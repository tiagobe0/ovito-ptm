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00000"/>
                </a:solidFill>
                <a:latin typeface="Calibri"/>
              </a:rPr>
              <a:t>Modificacion de OVITO: PTM en el DXA y tracking de dislocaciones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5661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Identificacion de estructura local por PTM dentro del analisis de dislocaciones (DXA)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Seguimiento temporal de dislocaciones a lo largo de una trayectoria completa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Implementacion nativa en C++, dentro del pipeline de OVITO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Calibri"/>
              </a:rPr>
              <a:t>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Punto de partida: OVITO open-source (C++/Qt). Este arbol no incluye la API de Python.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El DXA identifica las dislocaciones frame por frame, pero no las sigue en el tiempo.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Objetivo: cargar una simulacion completa y obtener: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       –  una animacion del movimiento de todas las dislocaciones con identidad persistente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       –  metricas fisicas por dislocacion: velocidad, densidad por tipo, nucleacion/aniquilacion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       –  usando los filtros y el renderizado nativos de OVITO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Calibri"/>
              </a:rPr>
              <a:t>Contexto tecnico: como funciona OVITO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2267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Pipeline de modifiers: FileSource -&gt; modifiers -&gt; salida por frame.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Cada modifier tiene dos partes: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       –  Modifier: guarda los parametros que el usuario ajusta.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       –  ModificationNode: guarda el estado por cada aplicacion en un pipeline.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El DXA produce un objeto DislocationNetwork por frame, con segmentos que tienen: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       –  id, polilinea (line), vector de Burgers (cluster), nodos.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Evaluacion asincrona; un modifier puede pedir el estado de otros frames (evaluateInput).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Calibri"/>
              </a:rPr>
              <a:t>Parte 1 - PTM dentro del DXA: que y donde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PTM (Polyhedral Template Matching) vs CNA (Common Neighbor Analysis):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       –  ambos clasifican la estructura local de cada atomo (FCC, HCP, BCC, ...).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       –  PTM es mas robusto al ruido termico y a la deformacion elastica.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Se agrego la opcion usePTM al DislocationAnalysisModifier (checkbox en la GUI).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52344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000000"/>
                </a:solidFill>
                <a:latin typeface="Calibri"/>
              </a:rPr>
              <a:t>Seleccion del metodo de identificacion: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44951"/>
            <a:ext cx="10698480" cy="1472184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txBody>
          <a:bodyPr wrap="square" anchor="t" lIns="109728" rIns="109728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000000"/>
                </a:solidFill>
                <a:latin typeface="Consolas"/>
              </a:rPr>
              <a:t>// DislocationAnalysisModifier.h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00000"/>
                </a:solidFill>
                <a:latin typeface="Consolas"/>
              </a:rPr>
              <a:t>DECLARE_MODIFIABLE_PROPERTY_FIELD(bool{true}, usePTM, setUsePTM);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0000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00000"/>
                </a:solidFill>
                <a:latin typeface="Consolas"/>
              </a:rPr>
              <a:t>// DislocationAnalysisModifier.cpp  (al crear el algoritmo)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00000"/>
                </a:solidFill>
                <a:latin typeface="Consolas"/>
              </a:rPr>
              <a:t>usePTM() ? StructureAnalysis::METHOD_PTM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00000"/>
                </a:solidFill>
                <a:latin typeface="Consolas"/>
              </a:rPr>
              <a:t>         : StructureAnalysis::METHOD_CNA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Calibri"/>
              </a:rPr>
              <a:t>PTM: flujo de identificacion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000000"/>
                </a:solidFill>
                <a:latin typeface="Calibri"/>
              </a:rPr>
              <a:t>StructureAnalysis elige el metodo: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72768"/>
            <a:ext cx="10698480" cy="1687068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txBody>
          <a:bodyPr wrap="square" anchor="t" lIns="109728" rIns="109728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000000"/>
                </a:solidFill>
                <a:latin typeface="Consolas"/>
              </a:rPr>
              <a:t>void StructureAnalysis::identifyStructures(...)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00000"/>
                </a:solidFill>
                <a:latin typeface="Consolas"/>
              </a:rPr>
              <a:t>    if(_identificationMethod == METHOD_PTM)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00000"/>
                </a:solidFill>
                <a:latin typeface="Consolas"/>
              </a:rPr>
              <a:t>        identifyStructuresPTM(progress, simulationCell);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00000"/>
                </a:solidFill>
                <a:latin typeface="Consolas"/>
              </a:rPr>
              <a:t>        return;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00000"/>
                </a:solidFill>
                <a:latin typeface="Consolas"/>
              </a:rPr>
              <a:t>    // ... camino CNA (ya usaba parallelFor) ...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461004"/>
            <a:ext cx="1088136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identifyStructuresPTM: configura PTMAlgorithm, RMSD cutoff = 0.12, y trabaja en dos pasadas: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       –  Pasada 1: cachea el orden topologico de vecinos de cada atomo (cacheNeighbors).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       –  Pasada 2: identifyStructure por atomo, mapea el tipo PTM al tipo DXA y arma la lista de vecinos.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Calibri"/>
              </a:rPr>
              <a:t>PTM: problema de rendimiento detectado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La identificacion PTM corria en un solo hilo: dos bucles for seriales sobre ~88.000 atomos.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El camino CNA, en cambio, ya estaba paralelizado con parallelFor.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Con 121 frames el escaneo se volvia lentisimo y parecia colgarse.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4144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000000"/>
                </a:solidFill>
                <a:latin typeface="Calibri"/>
              </a:rPr>
              <a:t>El cuello de botella: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34056"/>
            <a:ext cx="10698480" cy="1257299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txBody>
          <a:bodyPr wrap="square" anchor="t" lIns="109728" rIns="109728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000000"/>
                </a:solidFill>
                <a:latin typeface="Consolas"/>
              </a:rPr>
              <a:t>// ANTES  (serial, un solo hilo)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00000"/>
                </a:solidFill>
                <a:latin typeface="Consolas"/>
              </a:rPr>
              <a:t>PTMAlgorithm::Kernel kernel(ptm);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00000"/>
                </a:solidFill>
                <a:latin typeface="Consolas"/>
              </a:rPr>
              <a:t>for(size_t i = 0; i &lt; n; i++)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00000"/>
                </a:solidFill>
                <a:latin typeface="Consolas"/>
              </a:rPr>
              <a:t>    kernel.cacheNeighbors(i, &amp;cachedNeighbors[i]);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00000"/>
                </a:solidFill>
                <a:latin typeface="Consolas"/>
              </a:rPr>
              <a:t>// ... y un segundo for serial para identifyStructure 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Calibri"/>
              </a:rPr>
              <a:t>PTM: solucion (paralelizacion)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Se paralelizaron las dos pasadas con el patron estandar de OVITO: un kernel PTM por hilo.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19656"/>
            <a:ext cx="10698480" cy="1901952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txBody>
          <a:bodyPr wrap="square" anchor="t" lIns="109728" rIns="109728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000000"/>
                </a:solidFill>
                <a:latin typeface="Consolas"/>
              </a:rPr>
              <a:t>// DESPUES  (paralelo)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00000"/>
                </a:solidFill>
                <a:latin typeface="Consolas"/>
              </a:rPr>
              <a:t>EnumerableThreadSpecific&lt;PTMAlgorithm::Kernel&gt; ptmKernels;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00000"/>
                </a:solidFill>
                <a:latin typeface="Consolas"/>
              </a:rPr>
              <a:t>parallelForInnerOuter(n, 1024, progress, [&amp;](auto&amp;&amp; iterate){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00000"/>
                </a:solidFill>
                <a:latin typeface="Consolas"/>
              </a:rPr>
              <a:t>    PTMAlgorithm::Kernel&amp; kernel = ptmKernels.create(ptm);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00000"/>
                </a:solidFill>
                <a:latin typeface="Consolas"/>
              </a:rPr>
              <a:t>    iterate([&amp;](size_t i){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00000"/>
                </a:solidFill>
                <a:latin typeface="Consolas"/>
              </a:rPr>
              <a:t>        kernel.cacheNeighbors(i, &amp;cachedNeighbors[i]);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00000"/>
                </a:solidFill>
                <a:latin typeface="Consolas"/>
              </a:rPr>
              <a:t>   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00000"/>
                </a:solidFill>
                <a:latin typeface="Consolas"/>
              </a:rPr>
              <a:t>});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904488"/>
            <a:ext cx="10881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Las escrituras son por atomo (independientes); _maximumNeighborDistance es atomico.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Resultado: speedup aproximadamente proporcional a la cantidad de nucleos.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Calibri"/>
              </a:rPr>
              <a:t>Parte 2 - Tracking: el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El DXA numera los segmentos con un id unico por frame.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Ese id NO es persistente: el segmento 3 del frame 10 no es el mismo que el 3 del frame 11.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Para seguir cada dislocacion en el tiempo hay que: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       –  correlacionar los segmentos entre frames consecutivos,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       –  asignarles un identificador persistente (trackId) que se mantenga en toda la trayectoria.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Calibri"/>
              </a:rPr>
              <a:t>Identidad persistente en el modelo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Se agrego un campo trackId al segmento, y se copia al clonar la red de dislocaciones.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19656"/>
            <a:ext cx="10698480" cy="1472184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txBody>
          <a:bodyPr wrap="square" anchor="t" lIns="109728" rIns="109728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000000"/>
                </a:solidFill>
                <a:latin typeface="Consolas"/>
              </a:rPr>
              <a:t>// DislocationNode.h   (struct DislocationSegment)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00000"/>
                </a:solidFill>
                <a:latin typeface="Consolas"/>
              </a:rPr>
              <a:t>int trackId = -1;   // -1 = sin asignar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0000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00000"/>
                </a:solidFill>
                <a:latin typeface="Consolas"/>
              </a:rPr>
              <a:t>// DislocationNetwork.cpp   (clone)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00000"/>
                </a:solidFill>
                <a:latin typeface="Consolas"/>
              </a:rPr>
              <a:t>newSegment-&gt;customColor = oldSegment-&gt;customColor;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00000"/>
                </a:solidFill>
                <a:latin typeface="Consolas"/>
              </a:rPr>
              <a:t>newSegment-&gt;trackId     = oldSegment-&gt;trackId;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Calibri"/>
              </a:rPr>
              <a:t>Nuevo modifier de tracking (arquitectura)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Modifier nativo en C++: DislocationTrackingModifier + DislocationTrackingModificationNode.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Pipeline:  FileSource  -&gt;  Dislocation analysis (DXA)  -&gt;  Dislocation tracking.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Patron 'precomputo de toda la trayectoria' (igual que UnwrapTrajectoriesModifier):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       –  recorre todos los frames con for_each_sequential + evaluateInput,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       –  cachea el resultado; aplicar el resultado por-frame es luego instantaneo.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Sin recursion: solo lee la salida del DXA aguas arriba, no la suya propia.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Calibri"/>
              </a:rPr>
              <a:t>Descriptor compacto por segmento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Al escanear la trayectoria, de cada segmento de cada frame se extrae: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19656"/>
            <a:ext cx="10698480" cy="1687068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txBody>
          <a:bodyPr wrap="square" anchor="t" lIns="109728" rIns="109728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000000"/>
                </a:solidFill>
                <a:latin typeface="Consolas"/>
              </a:rPr>
              <a:t>struct SegmentDescriptor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00000"/>
                </a:solidFill>
                <a:latin typeface="Consolas"/>
              </a:rPr>
              <a:t>    Point3    centroid;        // centro de la linea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00000"/>
                </a:solidFill>
                <a:latin typeface="Consolas"/>
              </a:rPr>
              <a:t>    Vector3   burgersSpatial;  // Burgers en marco espacial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00000"/>
                </a:solidFill>
                <a:latin typeface="Consolas"/>
              </a:rPr>
              <a:t>    FloatType length;          // longitud de linea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00000"/>
                </a:solidFill>
                <a:latin typeface="Consolas"/>
              </a:rPr>
              <a:t>    int       structure;       // estructura del cluster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00000"/>
                </a:solidFill>
                <a:latin typeface="Consolas"/>
              </a:rPr>
              <a:t>    int       typeId;          // familia de Burgers (tipo)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00000"/>
                </a:solidFill>
                <a:latin typeface="Consolas"/>
              </a:rPr>
              <a:t>};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Calibri"/>
              </a:rPr>
              <a:t>Algoritmo telescopico multi-escala (matching)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2267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Grafo de nodos (frame, segmento) + union-find: cada componente conexa = un track.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Escala fina: empareja frames consecutivos por vecino mutuo mas cercano.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       –  costo = distancia entre centroides (con minima imagen periodica),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       –  compatibilidad = misma estructura + Burgers similar + relacion de longitudes.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Escalas gruesas (telescopicas): puentean 'gaps' donde el DXA pierde la dislocacion.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       –  solo conectan cola-&gt;cabeza a traves de huecos genuinos (stride 2..maxBridgeGap+1).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Asignacion final de trackId densa + filtro por minTrackLength (descarta ruido).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Calibri"/>
              </a:rPr>
              <a:t>Coloreo por track y animacion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Cada segmento recibe un color estable por track (customColor, tono por razon aurea).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DislocationVis ya respeta customColor: cada dislocacion mantiene su color en toda la animacion.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shouldRefreshViewportsAfterEvaluation() = true: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       –  la vista y el inspector se refrescan al terminar el escaneo en segundo plano.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La animacion se renderiza de forma nativa, con los filtros propios de OVITO.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Calibri"/>
              </a:rPr>
              <a:t>Metricas exportadas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2267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Se calculan en el precomputo y se emiten como atributos globales por frame.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Son graficables sobre la trayectoria y exportables a CSV (File &gt; Export &gt; Table of Values).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       –  DislocationTracking.track_count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       –  DislocationTracking.births / .deaths   (nucleacion / aniquilacion)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       –  DislocationTracking.total_density  y  .density.&lt;Familia&gt;   (densidad por tipo)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       –  DislocationTracking.mean/median/max_velocity   (velocidad por dislocacion)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Velocidad = desplazamiento del centroide del track / timePerFrame (con minima imagen PBC).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Calibri"/>
              </a:rPr>
              <a:t>Parametros del modifier (panel GUI)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Max. matching distance:  0 = automatico (10% de la arista menor de la celda).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Burgers vector tolerance:  tolerancia relativa al comparar vectores de Burgers.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Max. bridged gap (frames):  escala telescopica, cuantos frames de hueco se puentean.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Min. track length (frames):  largo minimo para conservar un track (filtra ruido).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Color lines by track:  activa el coloreo estable por track.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Time per frame:  tiempo fisico entre frames, para convertir desplazamiento en velocidad.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Calibri"/>
              </a:rPr>
              <a:t>Archivos modificados y creados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2578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Modificados: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       –  objects/DislocationNode.h  -  campo trackId en el segmento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       –  objects/DislocationNetwork.cpp  -  copia de trackId/customColor en clone()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       –  modifier/dxa/StructureAnalysis.cpp  -  identificacion PTM paralelizada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Nuevos: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       –  modifier/tracking/DislocationTrackingModifier.{h,cpp}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       –  gui/modifier/DislocationTrackingModifierEditor.{h,cpp}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CMakeLists.txt (plugin + GUI):  registro del nuevo modifier.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Calibri"/>
              </a:rPr>
              <a:t>Validacion y calibracion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Caso patron: una sola dislocacion deslizando a tension constante.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       –  track_count constante = 1  -&gt;  valida la persistencia del ID.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       –  velocidad del tracker vs. Orowan (e_punto = rho * b * v)  -&gt;  valida velocidad y timePerFrame.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Dipolo que se aniquila  -&gt;  valida el conteo de births/deaths.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Variar el intervalo de dump  -&gt;  calibra matching distance y gap bridging (parte telescopica).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Calibri"/>
              </a:rPr>
              <a:t>Resumen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PTM integrado y paralelizado dentro del DXA (mucho mas rapido por frame).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Tracking nativo multi-escala: identidad persistente y coloreo estable de cada dislocacion.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Metricas fisicas por dislocacion (velocidad, densidad por tipo, nucleacion/aniquilacion).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Todo en C++, dentro del pipeline de OVITO, con animacion y filtros nativos y exportacion a CSV.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